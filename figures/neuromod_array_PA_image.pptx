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5958"/>
  </p:normalViewPr>
  <p:slideViewPr>
    <p:cSldViewPr snapToGrid="0">
      <p:cViewPr>
        <p:scale>
          <a:sx n="84" d="100"/>
          <a:sy n="84" d="100"/>
        </p:scale>
        <p:origin x="1640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D6CD2-337F-7AC7-54AA-1DC60D59CA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49BA98-969C-CD3C-DFEE-676B17AC54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E0B07-F69F-3D4F-7F87-2232FB7C7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2A932-3FE3-4B4F-B7FE-A16C18CA3623}" type="datetimeFigureOut">
              <a:rPr lang="en-US" smtClean="0"/>
              <a:t>6/16/23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1A48C-7C0D-997D-5C1B-7CF401DEF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DA66F-6A3C-C33D-C23C-8ADD0ED06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68763-173B-8F48-A591-A2520EC8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155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75B34-DD18-1DDB-4AAD-3ACC3F93E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C9768-4FE7-5FE5-DC6E-934F217C7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27BB9-6F35-19C3-E360-B2E5F4DB8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2A932-3FE3-4B4F-B7FE-A16C18CA3623}" type="datetimeFigureOut">
              <a:rPr lang="en-US" smtClean="0"/>
              <a:t>6/16/23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1487C-8DED-56C5-B4AB-5C61196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48A05-9F1E-CF68-5854-FF4246556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68763-173B-8F48-A591-A2520EC8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669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B3F46-213F-3ED0-9471-13B32880F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59D54-6BF8-3257-65F5-03FBE947D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2AFFA-BA2A-27A7-4AC4-34A80E168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2A932-3FE3-4B4F-B7FE-A16C18CA3623}" type="datetimeFigureOut">
              <a:rPr lang="en-US" smtClean="0"/>
              <a:t>6/16/23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9764B-C160-3ABA-628D-3EDC7A4C6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45695-D6CB-B7E4-79FE-0A829DAB1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68763-173B-8F48-A591-A2520EC8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51A28-4DBF-A9E3-316F-9BFAEFF44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E1180-588A-A438-F50D-C96F6648AE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A909E-BF89-FBAB-2F11-036E0794A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570DE-24F8-CAD5-2B8C-C285DB432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2A932-3FE3-4B4F-B7FE-A16C18CA3623}" type="datetimeFigureOut">
              <a:rPr lang="en-US" smtClean="0"/>
              <a:t>6/16/23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78F5CA-5942-A89F-254D-629E0AE02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CE2A8A-5956-B4A3-FA10-6DBBFCA43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68763-173B-8F48-A591-A2520EC8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06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C30DB-32FC-D3AA-9976-1B6FA29FD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536CB2-3667-50C0-8A96-8F497E6CC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3D051-1238-BEB9-9D64-6D0702C9D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B69452-C553-06E1-74C7-A930E5CAB6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B67D3E-8856-ED39-FF22-AD1490DEFA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84594D-4B4A-CF78-BEB1-B82C8A874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2A932-3FE3-4B4F-B7FE-A16C18CA3623}" type="datetimeFigureOut">
              <a:rPr lang="en-US" smtClean="0"/>
              <a:t>6/16/23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9B4001-F0AE-34D5-98D1-491B3CA9A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FE4403-E9CF-401F-7C36-2CE1EA49E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68763-173B-8F48-A591-A2520EC8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46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3D8B1-F9B3-970F-7935-9BC8B02B8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4991A0-C6A8-5B59-B375-FA7183E52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2A932-3FE3-4B4F-B7FE-A16C18CA3623}" type="datetimeFigureOut">
              <a:rPr lang="en-US" smtClean="0"/>
              <a:t>6/16/23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D72526-1B33-42E5-FB51-F36BCB003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1FEB34-0442-CCC7-D30D-0C8669E01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68763-173B-8F48-A591-A2520EC8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716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CF1059-9E69-3A25-53DA-AB3456217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2A932-3FE3-4B4F-B7FE-A16C18CA3623}" type="datetimeFigureOut">
              <a:rPr lang="en-US" smtClean="0"/>
              <a:t>6/16/23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C2D0B5-752E-985D-41B2-1A84B1308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C241B-5744-FB41-2786-24096EB3E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68763-173B-8F48-A591-A2520EC8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32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47CD5-F28D-B0A0-98B8-D260DDAEB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072CB-5198-4FA0-FAF2-A305ECE4C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06925E-F7C6-2565-86E2-D88CA17C5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BD1F81-841E-ABFB-FB74-2B8E073AA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2A932-3FE3-4B4F-B7FE-A16C18CA3623}" type="datetimeFigureOut">
              <a:rPr lang="en-US" smtClean="0"/>
              <a:t>6/16/23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F237B-E72B-920E-700B-5CE42E105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504A39-8A29-7904-3A68-071130B96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68763-173B-8F48-A591-A2520EC8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560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86AD8-08BD-1460-B7FF-E1F8D0333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93B61D-EC99-DF21-74F0-0F0AF65EBA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2AFE8F-6D3A-EE12-59E4-48D0E0832E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BCFA2F-1539-AAC7-C595-A36B4ACF9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2A932-3FE3-4B4F-B7FE-A16C18CA3623}" type="datetimeFigureOut">
              <a:rPr lang="en-US" smtClean="0"/>
              <a:t>6/16/23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6C7B4D-C8FF-06B9-925C-ECB588A65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E83BBA-1F16-2B01-2EC8-DB0ED354E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68763-173B-8F48-A591-A2520EC8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873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D49D9-FC00-B111-9CF8-5713A5983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D4B441-8E7C-7B0C-B019-0EBF4DD6B0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85963-C986-8A8A-0113-8471CF646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2A932-3FE3-4B4F-B7FE-A16C18CA3623}" type="datetimeFigureOut">
              <a:rPr lang="en-US" smtClean="0"/>
              <a:t>6/16/23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72598-99E9-9DCA-1FEF-316D733C9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D8D39-EED1-D8FE-965C-430C25644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68763-173B-8F48-A591-A2520EC8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12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E23E70-60A7-6A23-262F-6D6FB82673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7B874C-124B-5B0A-2896-5D02CEE5B0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9BA8B-C0B5-E941-1FC9-8B2CE59FC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2A932-3FE3-4B4F-B7FE-A16C18CA3623}" type="datetimeFigureOut">
              <a:rPr lang="en-US" smtClean="0"/>
              <a:t>6/16/23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799D1-2E0B-6DE3-59DB-2F8DDB777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2B603-A56F-74B4-5FD8-E0137401F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68763-173B-8F48-A591-A2520EC8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58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93A551-3D18-2997-0445-5C16B92F7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0378D-20A7-340A-12E6-16628AFA4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CBC07-A375-A2A5-7DAE-FBB04959D0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F2A932-3FE3-4B4F-B7FE-A16C18CA3623}" type="datetimeFigureOut">
              <a:rPr lang="en-US" smtClean="0"/>
              <a:t>6/16/23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8F2E8-27F2-2468-7786-4CCCE1013B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E7443-CBDF-9860-EC14-2E40B01CC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F68763-173B-8F48-A591-A2520EC8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553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microsoft.com/office/2007/relationships/hdphoto" Target="../media/hdphoto1.wdp"/><Relationship Id="rId7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microsoft.com/office/2007/relationships/hdphoto" Target="../media/hdphoto2.wdp"/><Relationship Id="rId4" Type="http://schemas.openxmlformats.org/officeDocument/2006/relationships/image" Target="../media/image5.png"/><Relationship Id="rId9" Type="http://schemas.microsoft.com/office/2007/relationships/hdphoto" Target="../media/hdphoto6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microsoft.com/office/2007/relationships/hdphoto" Target="../media/hdphoto8.wdp"/><Relationship Id="rId4" Type="http://schemas.microsoft.com/office/2007/relationships/hdphoto" Target="../media/hdphoto7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364;g8df15d4b13_0_14">
            <a:extLst>
              <a:ext uri="{FF2B5EF4-FFF2-40B4-BE49-F238E27FC236}">
                <a16:creationId xmlns:a16="http://schemas.microsoft.com/office/drawing/2014/main" id="{8D28AF37-F76E-E266-72CE-0D0D2566FB01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36859" y="2774804"/>
            <a:ext cx="3359459" cy="212511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366;g8df15d4b13_0_14">
            <a:extLst>
              <a:ext uri="{FF2B5EF4-FFF2-40B4-BE49-F238E27FC236}">
                <a16:creationId xmlns:a16="http://schemas.microsoft.com/office/drawing/2014/main" id="{B23BD988-6431-7714-D8AF-29454F989F80}"/>
              </a:ext>
            </a:extLst>
          </p:cNvPr>
          <p:cNvSpPr/>
          <p:nvPr/>
        </p:nvSpPr>
        <p:spPr>
          <a:xfrm>
            <a:off x="3562373" y="2212598"/>
            <a:ext cx="30945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Rotated towards Somatosensory Cortex</a:t>
            </a:r>
            <a:endParaRPr sz="1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Points towards Thalamus</a:t>
            </a:r>
            <a:endParaRPr sz="1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367;g8df15d4b13_0_14">
            <a:extLst>
              <a:ext uri="{FF2B5EF4-FFF2-40B4-BE49-F238E27FC236}">
                <a16:creationId xmlns:a16="http://schemas.microsoft.com/office/drawing/2014/main" id="{53458314-1BA2-93BC-0953-C5633E9BC988}"/>
              </a:ext>
            </a:extLst>
          </p:cNvPr>
          <p:cNvSpPr/>
          <p:nvPr/>
        </p:nvSpPr>
        <p:spPr>
          <a:xfrm>
            <a:off x="3128273" y="2391547"/>
            <a:ext cx="434100" cy="63300"/>
          </a:xfrm>
          <a:prstGeom prst="rect">
            <a:avLst/>
          </a:prstGeom>
          <a:solidFill>
            <a:srgbClr val="C00000"/>
          </a:solidFill>
          <a:ln w="19050" cap="rnd" cmpd="sng">
            <a:solidFill>
              <a:srgbClr val="800F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" name="Google Shape;368;g8df15d4b13_0_14">
            <a:extLst>
              <a:ext uri="{FF2B5EF4-FFF2-40B4-BE49-F238E27FC236}">
                <a16:creationId xmlns:a16="http://schemas.microsoft.com/office/drawing/2014/main" id="{52BA191E-978B-EAFD-DDE8-3FDF277EA871}"/>
              </a:ext>
            </a:extLst>
          </p:cNvPr>
          <p:cNvSpPr/>
          <p:nvPr/>
        </p:nvSpPr>
        <p:spPr>
          <a:xfrm>
            <a:off x="3128273" y="2633447"/>
            <a:ext cx="434100" cy="63300"/>
          </a:xfrm>
          <a:prstGeom prst="rect">
            <a:avLst/>
          </a:prstGeom>
          <a:solidFill>
            <a:srgbClr val="3C78D8"/>
          </a:solidFill>
          <a:ln w="19050" cap="rnd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6" name="Picture 35" descr="A picture containing text, screenshot, diagram, map&#10;&#10;Description automatically generated">
            <a:extLst>
              <a:ext uri="{FF2B5EF4-FFF2-40B4-BE49-F238E27FC236}">
                <a16:creationId xmlns:a16="http://schemas.microsoft.com/office/drawing/2014/main" id="{A9252A3E-0D1D-B9C5-9FF3-6470C1EB3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540" y="2257145"/>
            <a:ext cx="2627450" cy="2642770"/>
          </a:xfrm>
          <a:prstGeom prst="rect">
            <a:avLst/>
          </a:prstGeom>
        </p:spPr>
      </p:pic>
      <p:sp>
        <p:nvSpPr>
          <p:cNvPr id="38" name="Google Shape;371;g8df15d4b13_0_14">
            <a:extLst>
              <a:ext uri="{FF2B5EF4-FFF2-40B4-BE49-F238E27FC236}">
                <a16:creationId xmlns:a16="http://schemas.microsoft.com/office/drawing/2014/main" id="{77373D1B-431D-9108-C7F0-BED4C342A7B7}"/>
              </a:ext>
            </a:extLst>
          </p:cNvPr>
          <p:cNvSpPr txBox="1"/>
          <p:nvPr/>
        </p:nvSpPr>
        <p:spPr>
          <a:xfrm>
            <a:off x="7137074" y="4395296"/>
            <a:ext cx="1711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Gain = 4.45</a:t>
            </a:r>
            <a:endParaRPr sz="1600" dirty="0">
              <a:solidFill>
                <a:schemeClr val="lt1"/>
              </a:solidFill>
            </a:endParaRPr>
          </a:p>
        </p:txBody>
      </p:sp>
      <p:sp>
        <p:nvSpPr>
          <p:cNvPr id="39" name="Google Shape;372;g8df15d4b13_0_14">
            <a:extLst>
              <a:ext uri="{FF2B5EF4-FFF2-40B4-BE49-F238E27FC236}">
                <a16:creationId xmlns:a16="http://schemas.microsoft.com/office/drawing/2014/main" id="{631A2E21-6849-E0BB-2DF6-83775F6E1F3A}"/>
              </a:ext>
            </a:extLst>
          </p:cNvPr>
          <p:cNvSpPr txBox="1"/>
          <p:nvPr/>
        </p:nvSpPr>
        <p:spPr>
          <a:xfrm>
            <a:off x="7198997" y="3139796"/>
            <a:ext cx="1711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Gain = 5.19</a:t>
            </a:r>
            <a:endParaRPr sz="1600" dirty="0">
              <a:solidFill>
                <a:schemeClr val="lt1"/>
              </a:solidFill>
            </a:endParaRPr>
          </a:p>
        </p:txBody>
      </p:sp>
      <p:pic>
        <p:nvPicPr>
          <p:cNvPr id="41" name="Picture 40" descr="A picture containing text, screenshot, font, electric blue&#10;&#10;Description automatically generated">
            <a:extLst>
              <a:ext uri="{FF2B5EF4-FFF2-40B4-BE49-F238E27FC236}">
                <a16:creationId xmlns:a16="http://schemas.microsoft.com/office/drawing/2014/main" id="{46FF3EAB-7FF9-5ED6-B854-26B0C32B19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6318" y="2141960"/>
            <a:ext cx="4035702" cy="2757955"/>
          </a:xfrm>
          <a:prstGeom prst="rect">
            <a:avLst/>
          </a:prstGeom>
        </p:spPr>
      </p:pic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CB6B939-86CF-EB2B-DBF8-D62256DE28A6}"/>
              </a:ext>
            </a:extLst>
          </p:cNvPr>
          <p:cNvCxnSpPr>
            <a:cxnSpLocks/>
          </p:cNvCxnSpPr>
          <p:nvPr/>
        </p:nvCxnSpPr>
        <p:spPr>
          <a:xfrm flipH="1">
            <a:off x="4768770" y="2963119"/>
            <a:ext cx="613458" cy="3240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8155684C-0D3C-640A-71C9-3C43CF5E200C}"/>
              </a:ext>
            </a:extLst>
          </p:cNvPr>
          <p:cNvSpPr txBox="1"/>
          <p:nvPr/>
        </p:nvSpPr>
        <p:spPr>
          <a:xfrm>
            <a:off x="5312870" y="2774804"/>
            <a:ext cx="89633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Imaging Aperture</a:t>
            </a:r>
          </a:p>
        </p:txBody>
      </p:sp>
    </p:spTree>
    <p:extLst>
      <p:ext uri="{BB962C8B-B14F-4D97-AF65-F5344CB8AC3E}">
        <p14:creationId xmlns:p14="http://schemas.microsoft.com/office/powerpoint/2010/main" val="241416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334;p12" descr="A screenshot of a cell phone&#10;&#10;Description automatically generated">
            <a:extLst>
              <a:ext uri="{FF2B5EF4-FFF2-40B4-BE49-F238E27FC236}">
                <a16:creationId xmlns:a16="http://schemas.microsoft.com/office/drawing/2014/main" id="{78C69C5E-4161-BA42-957B-887F77996DE4}"/>
              </a:ext>
            </a:extLst>
          </p:cNvPr>
          <p:cNvPicPr preferRelativeResize="0"/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3039" b="79209" l="19837" r="68308"/>
                    </a14:imgEffect>
                  </a14:imgLayer>
                </a14:imgProps>
              </a:ext>
            </a:extLst>
          </a:blip>
          <a:srcRect l="13778" t="4768" r="25633" b="12520"/>
          <a:stretch/>
        </p:blipFill>
        <p:spPr>
          <a:xfrm rot="5400000" flipV="1">
            <a:off x="573917" y="1006138"/>
            <a:ext cx="4545352" cy="5146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Picture 21" descr="A picture containing circle&#10;&#10;Description automatically generated">
            <a:extLst>
              <a:ext uri="{FF2B5EF4-FFF2-40B4-BE49-F238E27FC236}">
                <a16:creationId xmlns:a16="http://schemas.microsoft.com/office/drawing/2014/main" id="{80336F7F-617C-725C-123B-5C26433D476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22043" y1="16228" x2="22043" y2="16228"/>
                      </a14:backgroundRemoval>
                    </a14:imgEffect>
                  </a14:imgLayer>
                </a14:imgProps>
              </a:ext>
            </a:extLst>
          </a:blip>
          <a:srcRect b="79811"/>
          <a:stretch/>
        </p:blipFill>
        <p:spPr>
          <a:xfrm rot="18730644">
            <a:off x="621190" y="2605116"/>
            <a:ext cx="2628185" cy="294670"/>
          </a:xfrm>
          <a:prstGeom prst="rect">
            <a:avLst/>
          </a:prstGeom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51E80571-6F24-9E34-7E03-514BCBEFA068}"/>
              </a:ext>
            </a:extLst>
          </p:cNvPr>
          <p:cNvSpPr/>
          <p:nvPr/>
        </p:nvSpPr>
        <p:spPr>
          <a:xfrm rot="1478758">
            <a:off x="1269347" y="2880360"/>
            <a:ext cx="83965" cy="548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0071068-E8E3-1245-9953-94870F84D474}"/>
              </a:ext>
            </a:extLst>
          </p:cNvPr>
          <p:cNvSpPr/>
          <p:nvPr/>
        </p:nvSpPr>
        <p:spPr>
          <a:xfrm rot="2594382">
            <a:off x="1591351" y="2331446"/>
            <a:ext cx="83965" cy="548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738E6DF-C0A2-75B2-A24E-8A3C6086FA6C}"/>
              </a:ext>
            </a:extLst>
          </p:cNvPr>
          <p:cNvSpPr/>
          <p:nvPr/>
        </p:nvSpPr>
        <p:spPr>
          <a:xfrm rot="3658408">
            <a:off x="2070095" y="1900119"/>
            <a:ext cx="83965" cy="548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4AD12D4-047D-089A-2B51-DEFF6E3313BC}"/>
              </a:ext>
            </a:extLst>
          </p:cNvPr>
          <p:cNvSpPr/>
          <p:nvPr/>
        </p:nvSpPr>
        <p:spPr>
          <a:xfrm rot="20546696">
            <a:off x="4611542" y="2832746"/>
            <a:ext cx="83965" cy="548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9D76A34-0EEA-2EE9-4519-590A9C55EFFE}"/>
              </a:ext>
            </a:extLst>
          </p:cNvPr>
          <p:cNvSpPr/>
          <p:nvPr/>
        </p:nvSpPr>
        <p:spPr>
          <a:xfrm rot="19073733">
            <a:off x="4294695" y="2273390"/>
            <a:ext cx="83965" cy="548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52E97E4-6356-3052-46ED-D7F1DBFAE1DE}"/>
              </a:ext>
            </a:extLst>
          </p:cNvPr>
          <p:cNvSpPr/>
          <p:nvPr/>
        </p:nvSpPr>
        <p:spPr>
          <a:xfrm rot="17916309">
            <a:off x="3784940" y="1882407"/>
            <a:ext cx="83965" cy="548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 descr="A picture containing circle&#10;&#10;Description automatically generated">
            <a:extLst>
              <a:ext uri="{FF2B5EF4-FFF2-40B4-BE49-F238E27FC236}">
                <a16:creationId xmlns:a16="http://schemas.microsoft.com/office/drawing/2014/main" id="{5884EE71-714A-D48A-5B4E-B3BD36ABF2E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22043" y1="16228" x2="22043" y2="16228"/>
                      </a14:backgroundRemoval>
                    </a14:imgEffect>
                  </a14:imgLayer>
                </a14:imgProps>
              </a:ext>
            </a:extLst>
          </a:blip>
          <a:srcRect b="79811"/>
          <a:stretch/>
        </p:blipFill>
        <p:spPr>
          <a:xfrm rot="18730644">
            <a:off x="922413" y="2784378"/>
            <a:ext cx="2284846" cy="256175"/>
          </a:xfrm>
          <a:prstGeom prst="rect">
            <a:avLst/>
          </a:prstGeom>
        </p:spPr>
      </p:pic>
      <p:pic>
        <p:nvPicPr>
          <p:cNvPr id="33" name="Picture 32" descr="A picture containing circle&#10;&#10;Description automatically generated">
            <a:extLst>
              <a:ext uri="{FF2B5EF4-FFF2-40B4-BE49-F238E27FC236}">
                <a16:creationId xmlns:a16="http://schemas.microsoft.com/office/drawing/2014/main" id="{AFCEBEE2-61F1-15B6-358F-7B1F13E465D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22043" y1="16228" x2="22043" y2="16228"/>
                      </a14:backgroundRemoval>
                    </a14:imgEffect>
                  </a14:imgLayer>
                </a14:imgProps>
              </a:ext>
            </a:extLst>
          </a:blip>
          <a:srcRect b="79811"/>
          <a:stretch/>
        </p:blipFill>
        <p:spPr>
          <a:xfrm rot="18730644">
            <a:off x="1263129" y="2931253"/>
            <a:ext cx="1896253" cy="212606"/>
          </a:xfrm>
          <a:prstGeom prst="rect">
            <a:avLst/>
          </a:prstGeom>
        </p:spPr>
      </p:pic>
      <p:pic>
        <p:nvPicPr>
          <p:cNvPr id="34" name="Picture 33" descr="A picture containing circle&#10;&#10;Description automatically generated">
            <a:extLst>
              <a:ext uri="{FF2B5EF4-FFF2-40B4-BE49-F238E27FC236}">
                <a16:creationId xmlns:a16="http://schemas.microsoft.com/office/drawing/2014/main" id="{AD626DFC-6F89-3A1D-142C-FF1328D88AE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22043" y1="16228" x2="22043" y2="16228"/>
                      </a14:backgroundRemoval>
                    </a14:imgEffect>
                  </a14:imgLayer>
                </a14:imgProps>
              </a:ext>
            </a:extLst>
          </a:blip>
          <a:srcRect b="79811"/>
          <a:stretch/>
        </p:blipFill>
        <p:spPr>
          <a:xfrm rot="18730644">
            <a:off x="1718526" y="3097194"/>
            <a:ext cx="1285900" cy="144174"/>
          </a:xfrm>
          <a:prstGeom prst="rect">
            <a:avLst/>
          </a:prstGeom>
        </p:spPr>
      </p:pic>
      <p:pic>
        <p:nvPicPr>
          <p:cNvPr id="35" name="Picture 34" descr="A picture containing circle&#10;&#10;Description automatically generated">
            <a:extLst>
              <a:ext uri="{FF2B5EF4-FFF2-40B4-BE49-F238E27FC236}">
                <a16:creationId xmlns:a16="http://schemas.microsoft.com/office/drawing/2014/main" id="{CBA1D331-180D-9B62-0346-C011818BEF2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22043" y1="16228" x2="22043" y2="16228"/>
                      </a14:backgroundRemoval>
                    </a14:imgEffect>
                  </a14:imgLayer>
                </a14:imgProps>
              </a:ext>
            </a:extLst>
          </a:blip>
          <a:srcRect b="79811"/>
          <a:stretch/>
        </p:blipFill>
        <p:spPr>
          <a:xfrm rot="18730644">
            <a:off x="2047161" y="3214660"/>
            <a:ext cx="858227" cy="96224"/>
          </a:xfrm>
          <a:prstGeom prst="rect">
            <a:avLst/>
          </a:prstGeom>
        </p:spPr>
      </p:pic>
      <p:sp>
        <p:nvSpPr>
          <p:cNvPr id="36" name="Freeform 35">
            <a:extLst>
              <a:ext uri="{FF2B5EF4-FFF2-40B4-BE49-F238E27FC236}">
                <a16:creationId xmlns:a16="http://schemas.microsoft.com/office/drawing/2014/main" id="{409A5F67-A492-CF7B-AA10-BADF3C5F25CD}"/>
              </a:ext>
            </a:extLst>
          </p:cNvPr>
          <p:cNvSpPr/>
          <p:nvPr/>
        </p:nvSpPr>
        <p:spPr>
          <a:xfrm rot="9640754">
            <a:off x="2517068" y="3420132"/>
            <a:ext cx="268717" cy="131958"/>
          </a:xfrm>
          <a:custGeom>
            <a:avLst/>
            <a:gdLst>
              <a:gd name="connsiteX0" fmla="*/ 0 w 472440"/>
              <a:gd name="connsiteY0" fmla="*/ 243840 h 243840"/>
              <a:gd name="connsiteX1" fmla="*/ 121920 w 472440"/>
              <a:gd name="connsiteY1" fmla="*/ 228600 h 243840"/>
              <a:gd name="connsiteX2" fmla="*/ 152400 w 472440"/>
              <a:gd name="connsiteY2" fmla="*/ 182880 h 243840"/>
              <a:gd name="connsiteX3" fmla="*/ 304800 w 472440"/>
              <a:gd name="connsiteY3" fmla="*/ 137160 h 243840"/>
              <a:gd name="connsiteX4" fmla="*/ 335280 w 472440"/>
              <a:gd name="connsiteY4" fmla="*/ 91440 h 243840"/>
              <a:gd name="connsiteX5" fmla="*/ 426720 w 472440"/>
              <a:gd name="connsiteY5" fmla="*/ 60960 h 243840"/>
              <a:gd name="connsiteX6" fmla="*/ 472440 w 472440"/>
              <a:gd name="connsiteY6" fmla="*/ 0 h 24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2440" h="243840">
                <a:moveTo>
                  <a:pt x="0" y="243840"/>
                </a:moveTo>
                <a:cubicBezTo>
                  <a:pt x="40640" y="238760"/>
                  <a:pt x="83893" y="243811"/>
                  <a:pt x="121920" y="228600"/>
                </a:cubicBezTo>
                <a:cubicBezTo>
                  <a:pt x="138926" y="221798"/>
                  <a:pt x="136868" y="192588"/>
                  <a:pt x="152400" y="182880"/>
                </a:cubicBezTo>
                <a:cubicBezTo>
                  <a:pt x="177136" y="167420"/>
                  <a:pt x="269110" y="146082"/>
                  <a:pt x="304800" y="137160"/>
                </a:cubicBezTo>
                <a:cubicBezTo>
                  <a:pt x="314960" y="121920"/>
                  <a:pt x="319748" y="101148"/>
                  <a:pt x="335280" y="91440"/>
                </a:cubicBezTo>
                <a:cubicBezTo>
                  <a:pt x="362525" y="74412"/>
                  <a:pt x="426720" y="60960"/>
                  <a:pt x="426720" y="60960"/>
                </a:cubicBezTo>
                <a:cubicBezTo>
                  <a:pt x="461185" y="9262"/>
                  <a:pt x="444248" y="28192"/>
                  <a:pt x="47244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35924E7D-06FD-88FC-FFF2-501A0C0A724D}"/>
              </a:ext>
            </a:extLst>
          </p:cNvPr>
          <p:cNvSpPr>
            <a:spLocks noChangeAspect="1"/>
          </p:cNvSpPr>
          <p:nvPr/>
        </p:nvSpPr>
        <p:spPr>
          <a:xfrm rot="9469270">
            <a:off x="2671445" y="3516002"/>
            <a:ext cx="187087" cy="96561"/>
          </a:xfrm>
          <a:custGeom>
            <a:avLst/>
            <a:gdLst>
              <a:gd name="connsiteX0" fmla="*/ 0 w 472440"/>
              <a:gd name="connsiteY0" fmla="*/ 243840 h 243840"/>
              <a:gd name="connsiteX1" fmla="*/ 121920 w 472440"/>
              <a:gd name="connsiteY1" fmla="*/ 228600 h 243840"/>
              <a:gd name="connsiteX2" fmla="*/ 152400 w 472440"/>
              <a:gd name="connsiteY2" fmla="*/ 182880 h 243840"/>
              <a:gd name="connsiteX3" fmla="*/ 304800 w 472440"/>
              <a:gd name="connsiteY3" fmla="*/ 137160 h 243840"/>
              <a:gd name="connsiteX4" fmla="*/ 335280 w 472440"/>
              <a:gd name="connsiteY4" fmla="*/ 91440 h 243840"/>
              <a:gd name="connsiteX5" fmla="*/ 426720 w 472440"/>
              <a:gd name="connsiteY5" fmla="*/ 60960 h 243840"/>
              <a:gd name="connsiteX6" fmla="*/ 472440 w 472440"/>
              <a:gd name="connsiteY6" fmla="*/ 0 h 24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2440" h="243840">
                <a:moveTo>
                  <a:pt x="0" y="243840"/>
                </a:moveTo>
                <a:cubicBezTo>
                  <a:pt x="40640" y="238760"/>
                  <a:pt x="83893" y="243811"/>
                  <a:pt x="121920" y="228600"/>
                </a:cubicBezTo>
                <a:cubicBezTo>
                  <a:pt x="138926" y="221798"/>
                  <a:pt x="136868" y="192588"/>
                  <a:pt x="152400" y="182880"/>
                </a:cubicBezTo>
                <a:cubicBezTo>
                  <a:pt x="177136" y="167420"/>
                  <a:pt x="269110" y="146082"/>
                  <a:pt x="304800" y="137160"/>
                </a:cubicBezTo>
                <a:cubicBezTo>
                  <a:pt x="314960" y="121920"/>
                  <a:pt x="319748" y="101148"/>
                  <a:pt x="335280" y="91440"/>
                </a:cubicBezTo>
                <a:cubicBezTo>
                  <a:pt x="362525" y="74412"/>
                  <a:pt x="426720" y="60960"/>
                  <a:pt x="426720" y="60960"/>
                </a:cubicBezTo>
                <a:cubicBezTo>
                  <a:pt x="461185" y="9262"/>
                  <a:pt x="444248" y="28192"/>
                  <a:pt x="47244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990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82" descr="A picture containing sketch, line art, linedrawing&#10;&#10;Description automatically generated">
            <a:extLst>
              <a:ext uri="{FF2B5EF4-FFF2-40B4-BE49-F238E27FC236}">
                <a16:creationId xmlns:a16="http://schemas.microsoft.com/office/drawing/2014/main" id="{EB428434-8C08-4516-6ECD-769030DB4A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8578"/>
          <a:stretch/>
        </p:blipFill>
        <p:spPr>
          <a:xfrm rot="15623350" flipV="1">
            <a:off x="5015235" y="2147717"/>
            <a:ext cx="1455243" cy="1691640"/>
          </a:xfrm>
          <a:prstGeom prst="rect">
            <a:avLst/>
          </a:prstGeom>
        </p:spPr>
      </p:pic>
      <p:pic>
        <p:nvPicPr>
          <p:cNvPr id="84" name="Picture 83" descr="A picture containing sketch, line art, linedrawing&#10;&#10;Description automatically generated">
            <a:extLst>
              <a:ext uri="{FF2B5EF4-FFF2-40B4-BE49-F238E27FC236}">
                <a16:creationId xmlns:a16="http://schemas.microsoft.com/office/drawing/2014/main" id="{CD985E8C-7003-8B57-B4C3-DBE368E13C8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8578"/>
          <a:stretch/>
        </p:blipFill>
        <p:spPr>
          <a:xfrm rot="15623350" flipV="1">
            <a:off x="5460575" y="2385759"/>
            <a:ext cx="1150717" cy="1337645"/>
          </a:xfrm>
          <a:prstGeom prst="rect">
            <a:avLst/>
          </a:prstGeom>
        </p:spPr>
      </p:pic>
      <p:pic>
        <p:nvPicPr>
          <p:cNvPr id="78" name="Google Shape;334;p12" descr="A screenshot of a cell phone&#10;&#10;Description automatically generated">
            <a:extLst>
              <a:ext uri="{FF2B5EF4-FFF2-40B4-BE49-F238E27FC236}">
                <a16:creationId xmlns:a16="http://schemas.microsoft.com/office/drawing/2014/main" id="{CCD9212A-4D99-76FE-9EE6-5C114031718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3039" b="79209" l="19837" r="68308"/>
                    </a14:imgEffect>
                  </a14:imgLayer>
                </a14:imgProps>
              </a:ext>
            </a:extLst>
          </a:blip>
          <a:srcRect l="13779" t="36928" r="42169" b="12520"/>
          <a:stretch/>
        </p:blipFill>
        <p:spPr>
          <a:xfrm rot="2161209" flipV="1">
            <a:off x="5003175" y="605091"/>
            <a:ext cx="3405742" cy="3269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334;p12" descr="A screenshot of a cell phone&#10;&#10;Description automatically generated">
            <a:extLst>
              <a:ext uri="{FF2B5EF4-FFF2-40B4-BE49-F238E27FC236}">
                <a16:creationId xmlns:a16="http://schemas.microsoft.com/office/drawing/2014/main" id="{0FFCB1AD-E343-BA8C-D828-D09EEED4BED6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3039" b="79209" l="19837" r="68308"/>
                    </a14:imgEffect>
                  </a14:imgLayer>
                </a14:imgProps>
              </a:ext>
            </a:extLst>
          </a:blip>
          <a:srcRect l="13779" t="36928" r="42169" b="12520"/>
          <a:stretch/>
        </p:blipFill>
        <p:spPr>
          <a:xfrm rot="2161209" flipV="1">
            <a:off x="1051844" y="635573"/>
            <a:ext cx="3405742" cy="326915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07A5E366-3295-A65E-9580-04773F3F6BFA}"/>
              </a:ext>
            </a:extLst>
          </p:cNvPr>
          <p:cNvSpPr/>
          <p:nvPr/>
        </p:nvSpPr>
        <p:spPr>
          <a:xfrm rot="1478758">
            <a:off x="1269347" y="2880360"/>
            <a:ext cx="83965" cy="548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95242D6-CEE5-2B4E-557F-814F5C63276C}"/>
              </a:ext>
            </a:extLst>
          </p:cNvPr>
          <p:cNvSpPr/>
          <p:nvPr/>
        </p:nvSpPr>
        <p:spPr>
          <a:xfrm rot="2594382">
            <a:off x="1591351" y="2331446"/>
            <a:ext cx="83965" cy="548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5325AA5-810E-012B-7D25-53C1B1BC36BD}"/>
              </a:ext>
            </a:extLst>
          </p:cNvPr>
          <p:cNvSpPr/>
          <p:nvPr/>
        </p:nvSpPr>
        <p:spPr>
          <a:xfrm rot="3658408">
            <a:off x="2070095" y="1900119"/>
            <a:ext cx="83965" cy="548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E08DBD3-E99A-4A8A-1BDC-9AF7E12ECA74}"/>
              </a:ext>
            </a:extLst>
          </p:cNvPr>
          <p:cNvSpPr/>
          <p:nvPr/>
        </p:nvSpPr>
        <p:spPr>
          <a:xfrm rot="20546696">
            <a:off x="4611542" y="2832746"/>
            <a:ext cx="83965" cy="548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31FAE69-F3E0-850A-C7F8-4B782C6B73D6}"/>
              </a:ext>
            </a:extLst>
          </p:cNvPr>
          <p:cNvSpPr/>
          <p:nvPr/>
        </p:nvSpPr>
        <p:spPr>
          <a:xfrm rot="19073733">
            <a:off x="4294695" y="2273390"/>
            <a:ext cx="83965" cy="548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A2452C1-7D47-5C24-57C6-F45E7B721BAB}"/>
              </a:ext>
            </a:extLst>
          </p:cNvPr>
          <p:cNvSpPr/>
          <p:nvPr/>
        </p:nvSpPr>
        <p:spPr>
          <a:xfrm rot="17916309">
            <a:off x="3784940" y="1882407"/>
            <a:ext cx="83965" cy="548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6384DEB-6A4F-BD85-5FCC-D593E22C6896}"/>
              </a:ext>
            </a:extLst>
          </p:cNvPr>
          <p:cNvSpPr/>
          <p:nvPr/>
        </p:nvSpPr>
        <p:spPr>
          <a:xfrm>
            <a:off x="2956560" y="3383280"/>
            <a:ext cx="152400" cy="150484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C07AD0-0C15-90D5-F75B-149430A79E72}"/>
              </a:ext>
            </a:extLst>
          </p:cNvPr>
          <p:cNvSpPr txBox="1"/>
          <p:nvPr/>
        </p:nvSpPr>
        <p:spPr>
          <a:xfrm>
            <a:off x="2341833" y="3852160"/>
            <a:ext cx="584247" cy="4267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32074EC6-734C-581A-56E6-ABF159EA9A9A}"/>
              </a:ext>
            </a:extLst>
          </p:cNvPr>
          <p:cNvSpPr>
            <a:spLocks noChangeAspect="1"/>
          </p:cNvSpPr>
          <p:nvPr/>
        </p:nvSpPr>
        <p:spPr>
          <a:xfrm rot="15726186">
            <a:off x="2627388" y="3096144"/>
            <a:ext cx="781354" cy="789294"/>
          </a:xfrm>
          <a:prstGeom prst="arc">
            <a:avLst>
              <a:gd name="adj1" fmla="val 16200000"/>
              <a:gd name="adj2" fmla="val 5842533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C70CAF16-C00E-3E24-380E-9DC5BB58AEA1}"/>
              </a:ext>
            </a:extLst>
          </p:cNvPr>
          <p:cNvSpPr>
            <a:spLocks noChangeAspect="1"/>
          </p:cNvSpPr>
          <p:nvPr/>
        </p:nvSpPr>
        <p:spPr>
          <a:xfrm rot="15726186">
            <a:off x="2819780" y="3263825"/>
            <a:ext cx="410004" cy="414170"/>
          </a:xfrm>
          <a:prstGeom prst="arc">
            <a:avLst>
              <a:gd name="adj1" fmla="val 16200000"/>
              <a:gd name="adj2" fmla="val 5987097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4FA593BE-1FD8-4275-DC2F-78BB86083D19}"/>
              </a:ext>
            </a:extLst>
          </p:cNvPr>
          <p:cNvSpPr>
            <a:spLocks noChangeAspect="1"/>
          </p:cNvSpPr>
          <p:nvPr/>
        </p:nvSpPr>
        <p:spPr>
          <a:xfrm rot="15726186">
            <a:off x="2449384" y="2926529"/>
            <a:ext cx="1117171" cy="1128524"/>
          </a:xfrm>
          <a:prstGeom prst="arc">
            <a:avLst>
              <a:gd name="adj1" fmla="val 16200000"/>
              <a:gd name="adj2" fmla="val 5842533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CFE8B1B7-9561-4395-5CF9-63D408CC1B8C}"/>
              </a:ext>
            </a:extLst>
          </p:cNvPr>
          <p:cNvSpPr/>
          <p:nvPr/>
        </p:nvSpPr>
        <p:spPr>
          <a:xfrm rot="21101695">
            <a:off x="1775003" y="2514526"/>
            <a:ext cx="2216615" cy="1280308"/>
          </a:xfrm>
          <a:custGeom>
            <a:avLst/>
            <a:gdLst>
              <a:gd name="connsiteX0" fmla="*/ 6815 w 2216615"/>
              <a:gd name="connsiteY0" fmla="*/ 1036468 h 1280308"/>
              <a:gd name="connsiteX1" fmla="*/ 22055 w 2216615"/>
              <a:gd name="connsiteY1" fmla="*/ 762148 h 1280308"/>
              <a:gd name="connsiteX2" fmla="*/ 189695 w 2216615"/>
              <a:gd name="connsiteY2" fmla="*/ 685948 h 1280308"/>
              <a:gd name="connsiteX3" fmla="*/ 342095 w 2216615"/>
              <a:gd name="connsiteY3" fmla="*/ 472588 h 1280308"/>
              <a:gd name="connsiteX4" fmla="*/ 418295 w 2216615"/>
              <a:gd name="connsiteY4" fmla="*/ 304948 h 1280308"/>
              <a:gd name="connsiteX5" fmla="*/ 662135 w 2216615"/>
              <a:gd name="connsiteY5" fmla="*/ 198268 h 1280308"/>
              <a:gd name="connsiteX6" fmla="*/ 845015 w 2216615"/>
              <a:gd name="connsiteY6" fmla="*/ 61108 h 1280308"/>
              <a:gd name="connsiteX7" fmla="*/ 1073615 w 2216615"/>
              <a:gd name="connsiteY7" fmla="*/ 148 h 1280308"/>
              <a:gd name="connsiteX8" fmla="*/ 1271735 w 2216615"/>
              <a:gd name="connsiteY8" fmla="*/ 76348 h 1280308"/>
              <a:gd name="connsiteX9" fmla="*/ 1454615 w 2216615"/>
              <a:gd name="connsiteY9" fmla="*/ 137308 h 1280308"/>
              <a:gd name="connsiteX10" fmla="*/ 1652735 w 2216615"/>
              <a:gd name="connsiteY10" fmla="*/ 137308 h 1280308"/>
              <a:gd name="connsiteX11" fmla="*/ 1820375 w 2216615"/>
              <a:gd name="connsiteY11" fmla="*/ 259228 h 1280308"/>
              <a:gd name="connsiteX12" fmla="*/ 1850855 w 2216615"/>
              <a:gd name="connsiteY12" fmla="*/ 442108 h 1280308"/>
              <a:gd name="connsiteX13" fmla="*/ 2140415 w 2216615"/>
              <a:gd name="connsiteY13" fmla="*/ 564028 h 1280308"/>
              <a:gd name="connsiteX14" fmla="*/ 2170895 w 2216615"/>
              <a:gd name="connsiteY14" fmla="*/ 914548 h 1280308"/>
              <a:gd name="connsiteX15" fmla="*/ 2140415 w 2216615"/>
              <a:gd name="connsiteY15" fmla="*/ 1143148 h 1280308"/>
              <a:gd name="connsiteX16" fmla="*/ 2216615 w 2216615"/>
              <a:gd name="connsiteY16" fmla="*/ 1280308 h 128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16615" h="1280308">
                <a:moveTo>
                  <a:pt x="6815" y="1036468"/>
                </a:moveTo>
                <a:cubicBezTo>
                  <a:pt x="-805" y="928518"/>
                  <a:pt x="-8425" y="820568"/>
                  <a:pt x="22055" y="762148"/>
                </a:cubicBezTo>
                <a:cubicBezTo>
                  <a:pt x="52535" y="703728"/>
                  <a:pt x="136355" y="734208"/>
                  <a:pt x="189695" y="685948"/>
                </a:cubicBezTo>
                <a:cubicBezTo>
                  <a:pt x="243035" y="637688"/>
                  <a:pt x="303995" y="536088"/>
                  <a:pt x="342095" y="472588"/>
                </a:cubicBezTo>
                <a:cubicBezTo>
                  <a:pt x="380195" y="409088"/>
                  <a:pt x="364955" y="350668"/>
                  <a:pt x="418295" y="304948"/>
                </a:cubicBezTo>
                <a:cubicBezTo>
                  <a:pt x="471635" y="259228"/>
                  <a:pt x="591015" y="238908"/>
                  <a:pt x="662135" y="198268"/>
                </a:cubicBezTo>
                <a:cubicBezTo>
                  <a:pt x="733255" y="157628"/>
                  <a:pt x="776435" y="94128"/>
                  <a:pt x="845015" y="61108"/>
                </a:cubicBezTo>
                <a:cubicBezTo>
                  <a:pt x="913595" y="28088"/>
                  <a:pt x="1002495" y="-2392"/>
                  <a:pt x="1073615" y="148"/>
                </a:cubicBezTo>
                <a:cubicBezTo>
                  <a:pt x="1144735" y="2688"/>
                  <a:pt x="1208235" y="53488"/>
                  <a:pt x="1271735" y="76348"/>
                </a:cubicBezTo>
                <a:cubicBezTo>
                  <a:pt x="1335235" y="99208"/>
                  <a:pt x="1391115" y="127148"/>
                  <a:pt x="1454615" y="137308"/>
                </a:cubicBezTo>
                <a:cubicBezTo>
                  <a:pt x="1518115" y="147468"/>
                  <a:pt x="1591775" y="116988"/>
                  <a:pt x="1652735" y="137308"/>
                </a:cubicBezTo>
                <a:cubicBezTo>
                  <a:pt x="1713695" y="157628"/>
                  <a:pt x="1787355" y="208428"/>
                  <a:pt x="1820375" y="259228"/>
                </a:cubicBezTo>
                <a:cubicBezTo>
                  <a:pt x="1853395" y="310028"/>
                  <a:pt x="1797515" y="391308"/>
                  <a:pt x="1850855" y="442108"/>
                </a:cubicBezTo>
                <a:cubicBezTo>
                  <a:pt x="1904195" y="492908"/>
                  <a:pt x="2087075" y="485288"/>
                  <a:pt x="2140415" y="564028"/>
                </a:cubicBezTo>
                <a:cubicBezTo>
                  <a:pt x="2193755" y="642768"/>
                  <a:pt x="2170895" y="818028"/>
                  <a:pt x="2170895" y="914548"/>
                </a:cubicBezTo>
                <a:cubicBezTo>
                  <a:pt x="2170895" y="1011068"/>
                  <a:pt x="2132795" y="1082188"/>
                  <a:pt x="2140415" y="1143148"/>
                </a:cubicBezTo>
                <a:cubicBezTo>
                  <a:pt x="2148035" y="1204108"/>
                  <a:pt x="2182325" y="1242208"/>
                  <a:pt x="2216615" y="1280308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315D23A-80BB-4CE1-F69E-85F0BD32C49A}"/>
              </a:ext>
            </a:extLst>
          </p:cNvPr>
          <p:cNvSpPr>
            <a:spLocks noChangeAspect="1"/>
          </p:cNvSpPr>
          <p:nvPr/>
        </p:nvSpPr>
        <p:spPr>
          <a:xfrm rot="21101695">
            <a:off x="1448242" y="2135675"/>
            <a:ext cx="2865354" cy="1655017"/>
          </a:xfrm>
          <a:custGeom>
            <a:avLst/>
            <a:gdLst>
              <a:gd name="connsiteX0" fmla="*/ 6815 w 2216615"/>
              <a:gd name="connsiteY0" fmla="*/ 1036468 h 1280308"/>
              <a:gd name="connsiteX1" fmla="*/ 22055 w 2216615"/>
              <a:gd name="connsiteY1" fmla="*/ 762148 h 1280308"/>
              <a:gd name="connsiteX2" fmla="*/ 189695 w 2216615"/>
              <a:gd name="connsiteY2" fmla="*/ 685948 h 1280308"/>
              <a:gd name="connsiteX3" fmla="*/ 342095 w 2216615"/>
              <a:gd name="connsiteY3" fmla="*/ 472588 h 1280308"/>
              <a:gd name="connsiteX4" fmla="*/ 418295 w 2216615"/>
              <a:gd name="connsiteY4" fmla="*/ 304948 h 1280308"/>
              <a:gd name="connsiteX5" fmla="*/ 662135 w 2216615"/>
              <a:gd name="connsiteY5" fmla="*/ 198268 h 1280308"/>
              <a:gd name="connsiteX6" fmla="*/ 845015 w 2216615"/>
              <a:gd name="connsiteY6" fmla="*/ 61108 h 1280308"/>
              <a:gd name="connsiteX7" fmla="*/ 1073615 w 2216615"/>
              <a:gd name="connsiteY7" fmla="*/ 148 h 1280308"/>
              <a:gd name="connsiteX8" fmla="*/ 1271735 w 2216615"/>
              <a:gd name="connsiteY8" fmla="*/ 76348 h 1280308"/>
              <a:gd name="connsiteX9" fmla="*/ 1454615 w 2216615"/>
              <a:gd name="connsiteY9" fmla="*/ 137308 h 1280308"/>
              <a:gd name="connsiteX10" fmla="*/ 1652735 w 2216615"/>
              <a:gd name="connsiteY10" fmla="*/ 137308 h 1280308"/>
              <a:gd name="connsiteX11" fmla="*/ 1820375 w 2216615"/>
              <a:gd name="connsiteY11" fmla="*/ 259228 h 1280308"/>
              <a:gd name="connsiteX12" fmla="*/ 1850855 w 2216615"/>
              <a:gd name="connsiteY12" fmla="*/ 442108 h 1280308"/>
              <a:gd name="connsiteX13" fmla="*/ 2140415 w 2216615"/>
              <a:gd name="connsiteY13" fmla="*/ 564028 h 1280308"/>
              <a:gd name="connsiteX14" fmla="*/ 2170895 w 2216615"/>
              <a:gd name="connsiteY14" fmla="*/ 914548 h 1280308"/>
              <a:gd name="connsiteX15" fmla="*/ 2140415 w 2216615"/>
              <a:gd name="connsiteY15" fmla="*/ 1143148 h 1280308"/>
              <a:gd name="connsiteX16" fmla="*/ 2216615 w 2216615"/>
              <a:gd name="connsiteY16" fmla="*/ 1280308 h 128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16615" h="1280308">
                <a:moveTo>
                  <a:pt x="6815" y="1036468"/>
                </a:moveTo>
                <a:cubicBezTo>
                  <a:pt x="-805" y="928518"/>
                  <a:pt x="-8425" y="820568"/>
                  <a:pt x="22055" y="762148"/>
                </a:cubicBezTo>
                <a:cubicBezTo>
                  <a:pt x="52535" y="703728"/>
                  <a:pt x="136355" y="734208"/>
                  <a:pt x="189695" y="685948"/>
                </a:cubicBezTo>
                <a:cubicBezTo>
                  <a:pt x="243035" y="637688"/>
                  <a:pt x="303995" y="536088"/>
                  <a:pt x="342095" y="472588"/>
                </a:cubicBezTo>
                <a:cubicBezTo>
                  <a:pt x="380195" y="409088"/>
                  <a:pt x="364955" y="350668"/>
                  <a:pt x="418295" y="304948"/>
                </a:cubicBezTo>
                <a:cubicBezTo>
                  <a:pt x="471635" y="259228"/>
                  <a:pt x="591015" y="238908"/>
                  <a:pt x="662135" y="198268"/>
                </a:cubicBezTo>
                <a:cubicBezTo>
                  <a:pt x="733255" y="157628"/>
                  <a:pt x="776435" y="94128"/>
                  <a:pt x="845015" y="61108"/>
                </a:cubicBezTo>
                <a:cubicBezTo>
                  <a:pt x="913595" y="28088"/>
                  <a:pt x="1002495" y="-2392"/>
                  <a:pt x="1073615" y="148"/>
                </a:cubicBezTo>
                <a:cubicBezTo>
                  <a:pt x="1144735" y="2688"/>
                  <a:pt x="1208235" y="53488"/>
                  <a:pt x="1271735" y="76348"/>
                </a:cubicBezTo>
                <a:cubicBezTo>
                  <a:pt x="1335235" y="99208"/>
                  <a:pt x="1391115" y="127148"/>
                  <a:pt x="1454615" y="137308"/>
                </a:cubicBezTo>
                <a:cubicBezTo>
                  <a:pt x="1518115" y="147468"/>
                  <a:pt x="1591775" y="116988"/>
                  <a:pt x="1652735" y="137308"/>
                </a:cubicBezTo>
                <a:cubicBezTo>
                  <a:pt x="1713695" y="157628"/>
                  <a:pt x="1787355" y="208428"/>
                  <a:pt x="1820375" y="259228"/>
                </a:cubicBezTo>
                <a:cubicBezTo>
                  <a:pt x="1853395" y="310028"/>
                  <a:pt x="1797515" y="391308"/>
                  <a:pt x="1850855" y="442108"/>
                </a:cubicBezTo>
                <a:cubicBezTo>
                  <a:pt x="1904195" y="492908"/>
                  <a:pt x="2087075" y="485288"/>
                  <a:pt x="2140415" y="564028"/>
                </a:cubicBezTo>
                <a:cubicBezTo>
                  <a:pt x="2193755" y="642768"/>
                  <a:pt x="2170895" y="818028"/>
                  <a:pt x="2170895" y="914548"/>
                </a:cubicBezTo>
                <a:cubicBezTo>
                  <a:pt x="2170895" y="1011068"/>
                  <a:pt x="2132795" y="1082188"/>
                  <a:pt x="2140415" y="1143148"/>
                </a:cubicBezTo>
                <a:cubicBezTo>
                  <a:pt x="2148035" y="1204108"/>
                  <a:pt x="2182325" y="1242208"/>
                  <a:pt x="2216615" y="1280308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C4E32C2-DF77-FDC1-4FD7-1A6CAE2AB671}"/>
              </a:ext>
            </a:extLst>
          </p:cNvPr>
          <p:cNvCxnSpPr>
            <a:cxnSpLocks/>
          </p:cNvCxnSpPr>
          <p:nvPr/>
        </p:nvCxnSpPr>
        <p:spPr>
          <a:xfrm flipH="1" flipV="1">
            <a:off x="1716552" y="2692969"/>
            <a:ext cx="424512" cy="2702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6AB1C18-A90D-1576-A660-0C72A3A2A15A}"/>
              </a:ext>
            </a:extLst>
          </p:cNvPr>
          <p:cNvCxnSpPr>
            <a:cxnSpLocks/>
          </p:cNvCxnSpPr>
          <p:nvPr/>
        </p:nvCxnSpPr>
        <p:spPr>
          <a:xfrm flipH="1" flipV="1">
            <a:off x="2586918" y="3154679"/>
            <a:ext cx="270212" cy="2051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D34B547B-18A6-C664-9E02-97D94FBA40A2}"/>
              </a:ext>
            </a:extLst>
          </p:cNvPr>
          <p:cNvSpPr/>
          <p:nvPr/>
        </p:nvSpPr>
        <p:spPr>
          <a:xfrm rot="1478758">
            <a:off x="5179726" y="2841305"/>
            <a:ext cx="83965" cy="548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D17D8A74-76B3-7FA3-9316-2EC2D8C8B283}"/>
              </a:ext>
            </a:extLst>
          </p:cNvPr>
          <p:cNvSpPr/>
          <p:nvPr/>
        </p:nvSpPr>
        <p:spPr>
          <a:xfrm rot="2594382">
            <a:off x="5501730" y="2292391"/>
            <a:ext cx="83965" cy="548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B47B5853-88D8-0130-E58D-D392545D4FB5}"/>
              </a:ext>
            </a:extLst>
          </p:cNvPr>
          <p:cNvSpPr/>
          <p:nvPr/>
        </p:nvSpPr>
        <p:spPr>
          <a:xfrm rot="3658408">
            <a:off x="5980474" y="1861064"/>
            <a:ext cx="83965" cy="548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65439371-D488-7AAA-2D72-F70921A2080B}"/>
              </a:ext>
            </a:extLst>
          </p:cNvPr>
          <p:cNvSpPr/>
          <p:nvPr/>
        </p:nvSpPr>
        <p:spPr>
          <a:xfrm rot="20546696">
            <a:off x="8521921" y="2793691"/>
            <a:ext cx="83965" cy="548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31DD40D4-3A10-AF49-F121-FD3EC59E8C35}"/>
              </a:ext>
            </a:extLst>
          </p:cNvPr>
          <p:cNvSpPr/>
          <p:nvPr/>
        </p:nvSpPr>
        <p:spPr>
          <a:xfrm rot="19073733">
            <a:off x="8205074" y="2234335"/>
            <a:ext cx="83965" cy="548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B3487AFB-700A-5AEE-3DF0-77EA1A2EEFC3}"/>
              </a:ext>
            </a:extLst>
          </p:cNvPr>
          <p:cNvSpPr/>
          <p:nvPr/>
        </p:nvSpPr>
        <p:spPr>
          <a:xfrm rot="17916309">
            <a:off x="7695319" y="1843352"/>
            <a:ext cx="83965" cy="548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AA0A236F-12C6-9D8D-ED85-1F4483FC4BED}"/>
              </a:ext>
            </a:extLst>
          </p:cNvPr>
          <p:cNvSpPr/>
          <p:nvPr/>
        </p:nvSpPr>
        <p:spPr>
          <a:xfrm>
            <a:off x="6866939" y="3344225"/>
            <a:ext cx="152400" cy="150484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32F4489-DC3C-D283-3290-8DEB566E1A7C}"/>
              </a:ext>
            </a:extLst>
          </p:cNvPr>
          <p:cNvSpPr txBox="1"/>
          <p:nvPr/>
        </p:nvSpPr>
        <p:spPr>
          <a:xfrm>
            <a:off x="6252212" y="3813105"/>
            <a:ext cx="584247" cy="4267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1" name="Arc 70">
            <a:extLst>
              <a:ext uri="{FF2B5EF4-FFF2-40B4-BE49-F238E27FC236}">
                <a16:creationId xmlns:a16="http://schemas.microsoft.com/office/drawing/2014/main" id="{672CA034-BFD5-AF4E-7C33-584BFB985B35}"/>
              </a:ext>
            </a:extLst>
          </p:cNvPr>
          <p:cNvSpPr>
            <a:spLocks noChangeAspect="1"/>
          </p:cNvSpPr>
          <p:nvPr/>
        </p:nvSpPr>
        <p:spPr>
          <a:xfrm rot="15726186">
            <a:off x="6537767" y="3057089"/>
            <a:ext cx="781354" cy="789294"/>
          </a:xfrm>
          <a:prstGeom prst="arc">
            <a:avLst>
              <a:gd name="adj1" fmla="val 16200000"/>
              <a:gd name="adj2" fmla="val 5842533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Arc 71">
            <a:extLst>
              <a:ext uri="{FF2B5EF4-FFF2-40B4-BE49-F238E27FC236}">
                <a16:creationId xmlns:a16="http://schemas.microsoft.com/office/drawing/2014/main" id="{CA61AA96-633C-824F-1590-56372F93DB1A}"/>
              </a:ext>
            </a:extLst>
          </p:cNvPr>
          <p:cNvSpPr>
            <a:spLocks noChangeAspect="1"/>
          </p:cNvSpPr>
          <p:nvPr/>
        </p:nvSpPr>
        <p:spPr>
          <a:xfrm rot="15726186">
            <a:off x="6730159" y="3224770"/>
            <a:ext cx="410004" cy="414170"/>
          </a:xfrm>
          <a:prstGeom prst="arc">
            <a:avLst>
              <a:gd name="adj1" fmla="val 16200000"/>
              <a:gd name="adj2" fmla="val 5987097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925EB5FC-5D70-6DEC-A51F-21505EC053CC}"/>
              </a:ext>
            </a:extLst>
          </p:cNvPr>
          <p:cNvSpPr>
            <a:spLocks noChangeAspect="1"/>
          </p:cNvSpPr>
          <p:nvPr/>
        </p:nvSpPr>
        <p:spPr>
          <a:xfrm rot="15726186">
            <a:off x="6359763" y="2887474"/>
            <a:ext cx="1117171" cy="1128524"/>
          </a:xfrm>
          <a:prstGeom prst="arc">
            <a:avLst>
              <a:gd name="adj1" fmla="val 16200000"/>
              <a:gd name="adj2" fmla="val 5842533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DEDBCFC-8CF4-7023-F652-F631DA759474}"/>
              </a:ext>
            </a:extLst>
          </p:cNvPr>
          <p:cNvCxnSpPr>
            <a:cxnSpLocks/>
          </p:cNvCxnSpPr>
          <p:nvPr/>
        </p:nvCxnSpPr>
        <p:spPr>
          <a:xfrm>
            <a:off x="5759528" y="2704003"/>
            <a:ext cx="416521" cy="2895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AC8172E-E12F-0C33-FCD5-7D2E19FECD26}"/>
              </a:ext>
            </a:extLst>
          </p:cNvPr>
          <p:cNvCxnSpPr>
            <a:cxnSpLocks/>
          </p:cNvCxnSpPr>
          <p:nvPr/>
        </p:nvCxnSpPr>
        <p:spPr>
          <a:xfrm>
            <a:off x="6431489" y="3154679"/>
            <a:ext cx="316260" cy="18640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71476095-2CBC-88BE-DC92-8834B6FE7160}"/>
              </a:ext>
            </a:extLst>
          </p:cNvPr>
          <p:cNvSpPr txBox="1"/>
          <p:nvPr/>
        </p:nvSpPr>
        <p:spPr>
          <a:xfrm>
            <a:off x="6293164" y="3821678"/>
            <a:ext cx="584247" cy="4267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85" name="Picture 84" descr="A picture containing sketch, line art, linedrawing&#10;&#10;Description automatically generated">
            <a:extLst>
              <a:ext uri="{FF2B5EF4-FFF2-40B4-BE49-F238E27FC236}">
                <a16:creationId xmlns:a16="http://schemas.microsoft.com/office/drawing/2014/main" id="{F2692264-953E-E41F-C774-A8476E03125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8260" r="255"/>
          <a:stretch/>
        </p:blipFill>
        <p:spPr>
          <a:xfrm rot="5793345" flipV="1">
            <a:off x="7400529" y="2141789"/>
            <a:ext cx="1285547" cy="1492105"/>
          </a:xfrm>
          <a:prstGeom prst="rect">
            <a:avLst/>
          </a:prstGeom>
        </p:spPr>
      </p:pic>
      <p:pic>
        <p:nvPicPr>
          <p:cNvPr id="86" name="Picture 85" descr="A picture containing sketch, line art, linedrawing&#10;&#10;Description automatically generated">
            <a:extLst>
              <a:ext uri="{FF2B5EF4-FFF2-40B4-BE49-F238E27FC236}">
                <a16:creationId xmlns:a16="http://schemas.microsoft.com/office/drawing/2014/main" id="{60E330EB-AF3A-A50D-6E5F-C9102A05A5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8260" r="255"/>
          <a:stretch/>
        </p:blipFill>
        <p:spPr>
          <a:xfrm rot="5793345" flipV="1">
            <a:off x="7408086" y="2532474"/>
            <a:ext cx="820795" cy="952678"/>
          </a:xfrm>
          <a:prstGeom prst="rect">
            <a:avLst/>
          </a:prstGeom>
        </p:spPr>
      </p:pic>
      <p:sp>
        <p:nvSpPr>
          <p:cNvPr id="87" name="Triangle 86">
            <a:extLst>
              <a:ext uri="{FF2B5EF4-FFF2-40B4-BE49-F238E27FC236}">
                <a16:creationId xmlns:a16="http://schemas.microsoft.com/office/drawing/2014/main" id="{DA2EA8E5-8F90-38B4-4DD9-AD843E87FDF1}"/>
              </a:ext>
            </a:extLst>
          </p:cNvPr>
          <p:cNvSpPr/>
          <p:nvPr/>
        </p:nvSpPr>
        <p:spPr>
          <a:xfrm rot="10800000">
            <a:off x="6696521" y="2877026"/>
            <a:ext cx="466574" cy="45644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3" name="Picture 92" descr="A picture containing bathroom, design&#10;&#10;Description automatically generated">
            <a:extLst>
              <a:ext uri="{FF2B5EF4-FFF2-40B4-BE49-F238E27FC236}">
                <a16:creationId xmlns:a16="http://schemas.microsoft.com/office/drawing/2014/main" id="{1292CE3F-66EF-BE36-78AE-70F4191DD90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5810"/>
          <a:stretch/>
        </p:blipFill>
        <p:spPr>
          <a:xfrm>
            <a:off x="2359062" y="-15240"/>
            <a:ext cx="1271312" cy="2276981"/>
          </a:xfrm>
          <a:prstGeom prst="rect">
            <a:avLst/>
          </a:prstGeom>
        </p:spPr>
      </p:pic>
      <p:pic>
        <p:nvPicPr>
          <p:cNvPr id="94" name="Picture 93" descr="A picture containing bathroom, design&#10;&#10;Description automatically generated">
            <a:extLst>
              <a:ext uri="{FF2B5EF4-FFF2-40B4-BE49-F238E27FC236}">
                <a16:creationId xmlns:a16="http://schemas.microsoft.com/office/drawing/2014/main" id="{51EB68CF-605C-3386-84FF-01A8B761BAE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5810"/>
          <a:stretch/>
        </p:blipFill>
        <p:spPr>
          <a:xfrm>
            <a:off x="6290976" y="-60960"/>
            <a:ext cx="1271312" cy="2276981"/>
          </a:xfrm>
          <a:prstGeom prst="rect">
            <a:avLst/>
          </a:prstGeom>
        </p:spPr>
      </p:pic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E344D0AE-9543-5108-1A4F-A0C7D61DB998}"/>
              </a:ext>
            </a:extLst>
          </p:cNvPr>
          <p:cNvCxnSpPr/>
          <p:nvPr/>
        </p:nvCxnSpPr>
        <p:spPr>
          <a:xfrm flipV="1">
            <a:off x="1851841" y="3852160"/>
            <a:ext cx="289223" cy="2694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294DA178-4485-3714-E8FD-7E7F39A1CDE1}"/>
              </a:ext>
            </a:extLst>
          </p:cNvPr>
          <p:cNvSpPr txBox="1"/>
          <p:nvPr/>
        </p:nvSpPr>
        <p:spPr>
          <a:xfrm>
            <a:off x="944880" y="4065521"/>
            <a:ext cx="198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Non-human Primate Skull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B00A70FC-3BCC-51A9-C0B8-9F4D5497E8DA}"/>
              </a:ext>
            </a:extLst>
          </p:cNvPr>
          <p:cNvCxnSpPr>
            <a:cxnSpLocks/>
          </p:cNvCxnSpPr>
          <p:nvPr/>
        </p:nvCxnSpPr>
        <p:spPr>
          <a:xfrm flipH="1" flipV="1">
            <a:off x="6989044" y="3547300"/>
            <a:ext cx="315847" cy="3689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4EF0FBA7-69F8-F16E-5698-35CB3453ADC9}"/>
              </a:ext>
            </a:extLst>
          </p:cNvPr>
          <p:cNvSpPr txBox="1"/>
          <p:nvPr/>
        </p:nvSpPr>
        <p:spPr>
          <a:xfrm>
            <a:off x="6840945" y="3852160"/>
            <a:ext cx="1250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Focal Point</a:t>
            </a: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13A64DA7-BDD6-9C5F-3252-045C1A603A8E}"/>
              </a:ext>
            </a:extLst>
          </p:cNvPr>
          <p:cNvCxnSpPr>
            <a:cxnSpLocks/>
          </p:cNvCxnSpPr>
          <p:nvPr/>
        </p:nvCxnSpPr>
        <p:spPr>
          <a:xfrm flipH="1">
            <a:off x="3872642" y="1860407"/>
            <a:ext cx="248898" cy="2116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297A1F8C-90B9-AE71-BD6A-B581CFBD541B}"/>
              </a:ext>
            </a:extLst>
          </p:cNvPr>
          <p:cNvSpPr txBox="1"/>
          <p:nvPr/>
        </p:nvSpPr>
        <p:spPr>
          <a:xfrm>
            <a:off x="4087859" y="1630680"/>
            <a:ext cx="2031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Neuromodulation Array Elements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5D4BC57B-73AC-1544-D4C0-C471C3FFE3F8}"/>
              </a:ext>
            </a:extLst>
          </p:cNvPr>
          <p:cNvCxnSpPr>
            <a:cxnSpLocks/>
          </p:cNvCxnSpPr>
          <p:nvPr/>
        </p:nvCxnSpPr>
        <p:spPr>
          <a:xfrm>
            <a:off x="2359062" y="1756481"/>
            <a:ext cx="214422" cy="2481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53818D8A-81D2-6BA8-0A75-FFD5E52356A3}"/>
              </a:ext>
            </a:extLst>
          </p:cNvPr>
          <p:cNvSpPr txBox="1"/>
          <p:nvPr/>
        </p:nvSpPr>
        <p:spPr>
          <a:xfrm>
            <a:off x="1592659" y="1171777"/>
            <a:ext cx="1049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Imaging Aperture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81A4768C-622F-009D-C51D-029EC94BCD33}"/>
              </a:ext>
            </a:extLst>
          </p:cNvPr>
          <p:cNvCxnSpPr>
            <a:cxnSpLocks/>
          </p:cNvCxnSpPr>
          <p:nvPr/>
        </p:nvCxnSpPr>
        <p:spPr>
          <a:xfrm flipH="1">
            <a:off x="7248576" y="1541214"/>
            <a:ext cx="248898" cy="2116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9DD788BE-38F2-41CF-E286-FECDE62A564A}"/>
              </a:ext>
            </a:extLst>
          </p:cNvPr>
          <p:cNvSpPr txBox="1"/>
          <p:nvPr/>
        </p:nvSpPr>
        <p:spPr>
          <a:xfrm>
            <a:off x="7476365" y="1212540"/>
            <a:ext cx="1757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Imaging Transducer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EBFD1F9C-9830-2894-7300-9692617333B4}"/>
              </a:ext>
            </a:extLst>
          </p:cNvPr>
          <p:cNvCxnSpPr>
            <a:cxnSpLocks/>
          </p:cNvCxnSpPr>
          <p:nvPr/>
        </p:nvCxnSpPr>
        <p:spPr>
          <a:xfrm flipH="1" flipV="1">
            <a:off x="4138794" y="3611589"/>
            <a:ext cx="315847" cy="3689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FBD6B9E0-9227-69E2-F4F7-B5FDCD3A0290}"/>
              </a:ext>
            </a:extLst>
          </p:cNvPr>
          <p:cNvSpPr txBox="1"/>
          <p:nvPr/>
        </p:nvSpPr>
        <p:spPr>
          <a:xfrm>
            <a:off x="4390088" y="3826554"/>
            <a:ext cx="1521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Propagating Sound Waves</a:t>
            </a:r>
          </a:p>
        </p:txBody>
      </p:sp>
    </p:spTree>
    <p:extLst>
      <p:ext uri="{BB962C8B-B14F-4D97-AF65-F5344CB8AC3E}">
        <p14:creationId xmlns:p14="http://schemas.microsoft.com/office/powerpoint/2010/main" val="99671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picture containing diagram, sketch, white, text&#10;&#10;Description automatically generated">
            <a:extLst>
              <a:ext uri="{FF2B5EF4-FFF2-40B4-BE49-F238E27FC236}">
                <a16:creationId xmlns:a16="http://schemas.microsoft.com/office/drawing/2014/main" id="{FB01AE56-DA16-F935-38FB-60E9F99EB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945" y="665481"/>
            <a:ext cx="5703581" cy="2663069"/>
          </a:xfrm>
          <a:prstGeom prst="rect">
            <a:avLst/>
          </a:prstGeom>
        </p:spPr>
      </p:pic>
      <p:pic>
        <p:nvPicPr>
          <p:cNvPr id="19" name="Picture 18" descr="A picture containing text, screenshot, font, electric blue&#10;&#10;Description automatically generated">
            <a:extLst>
              <a:ext uri="{FF2B5EF4-FFF2-40B4-BE49-F238E27FC236}">
                <a16:creationId xmlns:a16="http://schemas.microsoft.com/office/drawing/2014/main" id="{F21FF9A7-B576-2C44-6603-5AC6FFFA2F0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510"/>
          <a:stretch/>
        </p:blipFill>
        <p:spPr>
          <a:xfrm>
            <a:off x="1447020" y="3220865"/>
            <a:ext cx="5205557" cy="3432574"/>
          </a:xfrm>
          <a:prstGeom prst="rect">
            <a:avLst/>
          </a:prstGeom>
        </p:spPr>
      </p:pic>
      <p:pic>
        <p:nvPicPr>
          <p:cNvPr id="20" name="Google Shape;364;g8df15d4b13_0_14">
            <a:extLst>
              <a:ext uri="{FF2B5EF4-FFF2-40B4-BE49-F238E27FC236}">
                <a16:creationId xmlns:a16="http://schemas.microsoft.com/office/drawing/2014/main" id="{1109E111-56C9-946F-9A58-6B992F7F6EC0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tretch>
            <a:fillRect/>
          </a:stretch>
        </p:blipFill>
        <p:spPr>
          <a:xfrm>
            <a:off x="6531814" y="1227688"/>
            <a:ext cx="3806290" cy="240776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366;g8df15d4b13_0_14">
            <a:extLst>
              <a:ext uri="{FF2B5EF4-FFF2-40B4-BE49-F238E27FC236}">
                <a16:creationId xmlns:a16="http://schemas.microsoft.com/office/drawing/2014/main" id="{86C1AB20-B2F2-F3BD-F622-ECB72F930B13}"/>
              </a:ext>
            </a:extLst>
          </p:cNvPr>
          <p:cNvSpPr/>
          <p:nvPr/>
        </p:nvSpPr>
        <p:spPr>
          <a:xfrm>
            <a:off x="7704158" y="665482"/>
            <a:ext cx="30945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Rotated towards Somatosensory Cortex</a:t>
            </a:r>
            <a:endParaRPr sz="1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Points towards Thalamus</a:t>
            </a:r>
            <a:endParaRPr sz="1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367;g8df15d4b13_0_14">
            <a:extLst>
              <a:ext uri="{FF2B5EF4-FFF2-40B4-BE49-F238E27FC236}">
                <a16:creationId xmlns:a16="http://schemas.microsoft.com/office/drawing/2014/main" id="{B3AE1220-4418-BB03-B3D6-8FE7BE3822B7}"/>
              </a:ext>
            </a:extLst>
          </p:cNvPr>
          <p:cNvSpPr/>
          <p:nvPr/>
        </p:nvSpPr>
        <p:spPr>
          <a:xfrm>
            <a:off x="7270058" y="844431"/>
            <a:ext cx="434100" cy="63300"/>
          </a:xfrm>
          <a:prstGeom prst="rect">
            <a:avLst/>
          </a:prstGeom>
          <a:solidFill>
            <a:srgbClr val="C00000"/>
          </a:solidFill>
          <a:ln w="19050" cap="rnd" cmpd="sng">
            <a:solidFill>
              <a:srgbClr val="800F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" name="Google Shape;368;g8df15d4b13_0_14">
            <a:extLst>
              <a:ext uri="{FF2B5EF4-FFF2-40B4-BE49-F238E27FC236}">
                <a16:creationId xmlns:a16="http://schemas.microsoft.com/office/drawing/2014/main" id="{9FC50C45-5CA6-FFA3-C649-BB7003780720}"/>
              </a:ext>
            </a:extLst>
          </p:cNvPr>
          <p:cNvSpPr/>
          <p:nvPr/>
        </p:nvSpPr>
        <p:spPr>
          <a:xfrm>
            <a:off x="7270058" y="1086331"/>
            <a:ext cx="434100" cy="63300"/>
          </a:xfrm>
          <a:prstGeom prst="rect">
            <a:avLst/>
          </a:prstGeom>
          <a:solidFill>
            <a:srgbClr val="3C78D8"/>
          </a:solidFill>
          <a:ln w="19050" cap="rnd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4" name="Picture 23" descr="A picture containing text, screenshot, diagram, map&#10;&#10;Description automatically generated">
            <a:extLst>
              <a:ext uri="{FF2B5EF4-FFF2-40B4-BE49-F238E27FC236}">
                <a16:creationId xmlns:a16="http://schemas.microsoft.com/office/drawing/2014/main" id="{12BD6911-4279-76A8-E0A3-9776F53E90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6255" y="3529449"/>
            <a:ext cx="3094499" cy="311254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2143B89-13E0-72A2-50A8-E28FD5635A25}"/>
              </a:ext>
            </a:extLst>
          </p:cNvPr>
          <p:cNvSpPr txBox="1"/>
          <p:nvPr/>
        </p:nvSpPr>
        <p:spPr>
          <a:xfrm>
            <a:off x="1177804" y="588500"/>
            <a:ext cx="431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A030D9-7636-084F-F34F-5DEBB4612D1F}"/>
              </a:ext>
            </a:extLst>
          </p:cNvPr>
          <p:cNvSpPr txBox="1"/>
          <p:nvPr/>
        </p:nvSpPr>
        <p:spPr>
          <a:xfrm>
            <a:off x="6846430" y="588500"/>
            <a:ext cx="431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5CC010-057A-E54A-0ACD-2BBC2B4C2FC5}"/>
              </a:ext>
            </a:extLst>
          </p:cNvPr>
          <p:cNvSpPr txBox="1"/>
          <p:nvPr/>
        </p:nvSpPr>
        <p:spPr>
          <a:xfrm>
            <a:off x="1164533" y="3220865"/>
            <a:ext cx="431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A7AF10-662E-7071-48C4-DB2AC7E9842C}"/>
              </a:ext>
            </a:extLst>
          </p:cNvPr>
          <p:cNvSpPr txBox="1"/>
          <p:nvPr/>
        </p:nvSpPr>
        <p:spPr>
          <a:xfrm>
            <a:off x="6846429" y="3168914"/>
            <a:ext cx="431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182816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1734</TotalTime>
  <Words>45</Words>
  <Application>Microsoft Macintosh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Jones, Rebecca</dc:creator>
  <cp:lastModifiedBy>Jones, Rebecca</cp:lastModifiedBy>
  <cp:revision>3</cp:revision>
  <dcterms:created xsi:type="dcterms:W3CDTF">2023-06-16T17:23:40Z</dcterms:created>
  <dcterms:modified xsi:type="dcterms:W3CDTF">2023-06-17T22:17:40Z</dcterms:modified>
</cp:coreProperties>
</file>